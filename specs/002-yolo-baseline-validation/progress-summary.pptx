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E"/>
                </a:solidFill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YOLO Baseline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Progress Summary  ·  Branch: 002-yolo-baseline-validation  ·  2026-04-15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46120"/>
            <a:ext cx="292608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91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✅  ALL 36 TASKS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Branch merged to main  ·  Commit 5165d66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0" y="5303520"/>
            <a:ext cx="54864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20" y="5577840"/>
            <a:ext cx="548640" cy="54864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47120" y="5852160"/>
            <a:ext cx="54864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What we set out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657600" cy="48463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18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8E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Add YOLO11 as a third Phase 1 baseline alongside Grounding DINO &amp; Florence-2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Fair, directly comparable reporting across all three families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Preserve held-out real test split isolation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Record execution config for full reproducibility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508760"/>
            <a:ext cx="3657600" cy="48463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18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8E"/>
                </a:solidFill>
              </a:rP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Ultralytics YOLO11 detect models (yolo11s / yolo11n)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export-yolo-view CLI command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Detector-view schema contracts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Execution_config in run-report schema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Phase 1 three-family comparison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3840480" cy="48463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184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8E"/>
                </a:solidFill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0116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Synthetic data generation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Mixed real + synthetic retraining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NVIDIA Omniverse / Isaac Sim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YOLO variants m / l / x</a:t>
            </a:r>
          </a:p>
          <a:p>
            <a:pPr>
              <a:spcAft>
                <a:spcPts val="400"/>
              </a:spcAft>
              <a:defRPr sz="1500">
                <a:solidFill>
                  <a:srgbClr val="CCD6E8"/>
                </a:solidFill>
              </a:defRPr>
            </a:pPr>
            <a:r>
              <a:t>• New ingestion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Task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36 / 36 tasks complete across 6 implementation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T001–T003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58568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Foundational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T004–T010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US1: Fair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T011–T017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7096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5624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35624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US2: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T018–T024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4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4152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74152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2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US3: Future-Ready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T025–T033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7031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1554480"/>
            <a:ext cx="1828800" cy="34747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12680" y="1554480"/>
            <a:ext cx="18288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19933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Polish &amp; Dry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T034–T036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3017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CC71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tasks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4206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✅ Done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5486400"/>
            <a:ext cx="3200400" cy="82296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5532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121F"/>
                </a:solidFill>
              </a:rPr>
              <a:t>36 / 36  Tasks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Architecture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5 decisions that shaped the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749039" cy="21031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02920" cy="2103120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184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4FF"/>
                </a:solidFill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Model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306323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yolo11s.pt primary · yolo11n.pt fallback
Larger variants rejected — unnecessary for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749039" cy="21031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502920" cy="2103120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6184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4FF"/>
                </a:solidFill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94767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Dataset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350008"/>
            <a:ext cx="306323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Export YOLO-format view from benchmark manifest
(dataset YAML + normalised xywh labels)
One source of truth — no parallel ingestion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3749039" cy="21031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08760"/>
            <a:ext cx="502920" cy="2103120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6184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4FF"/>
                </a:solidFill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94767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CLI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350008"/>
            <a:ext cx="306323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New export-yolo-view command sits between
prepare-benchmark and run-baseline
Keeps benchmark curation model-agnostic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3749039" cy="21031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02920" cy="2103120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9502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4FF"/>
                </a:solidFill>
              </a:rPr>
              <a:t>D4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27939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Execution Entrypoint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681728"/>
            <a:ext cx="306323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run-baseline extended with --model yolo11
and --dataset-view flag
Centralised reporting for all three families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840480"/>
            <a:ext cx="3749039" cy="21031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840480"/>
            <a:ext cx="502920" cy="2103120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39502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4FF"/>
                </a:solidFill>
              </a:rPr>
              <a:t>D5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4279392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Schema Contracts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681728"/>
            <a:ext cx="306323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execution_config added to run-report schema
(variant, image size, precision, batch, view link)
Contracts updated to 002-yolo-baseline-validation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User Story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All three stories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703320" cy="45720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703320" cy="82296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27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US1 · 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7510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Compare a Third Baseline Family Fairly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517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YOLO11 evaluated alongside Grounding DINO &amp; Florence-2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Same split definitions, class ontology, and core metrics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Blocked runs produce a structured report (not a failed run)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yolo11s primary · yolo11n fallback for hardware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5623560"/>
            <a:ext cx="14630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509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508760"/>
            <a:ext cx="3703320" cy="45720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508760"/>
            <a:ext cx="3703320" cy="82296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27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A4FF"/>
                </a:solidFill>
              </a:rPr>
              <a:t>US2 · 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97510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Preserve the Existing Ingestion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517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export-yolo-view derives detector assets from the benchmark manifest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Class mappings &amp; splits inherited — no second ingestion workflow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Regenerating the manifest regenerates the YOLO view automatically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Provenance and split assignment preserved in every export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5623560"/>
            <a:ext cx="14630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56509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6" y="1508760"/>
            <a:ext cx="3703320" cy="45720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6" y="1508760"/>
            <a:ext cx="3703320" cy="8229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627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</a:rPr>
              <a:t>US3 · 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975104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Keep the Detector Path Ready for Synthetic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6517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Manifest provenance &amp; held-out split isolation recorded in every report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Stable class-order mapping documented for future synthetic use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Execution config (variant, precision, batch) machine-readable in schema</a:t>
            </a:r>
          </a:p>
          <a:p>
            <a:pPr>
              <a:spcAft>
                <a:spcPts val="600"/>
              </a:spcAft>
              <a:defRPr sz="1300">
                <a:solidFill>
                  <a:srgbClr val="CCD6E8"/>
                </a:solidFill>
              </a:defRPr>
            </a:pPr>
            <a:r>
              <a:t>▸  No current-phase synthetic requirement introduced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5623560"/>
            <a:ext cx="14630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56509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9-step pipeline from environment setup to Phase 1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6304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0020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uv venv /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8483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Create Python 3.11 env with all baseline + YOLO deps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46304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78608" y="146304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0048" y="160020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160020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Configure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08483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Define household classes, source mappings, split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146304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28616" y="146304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5" y="160020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0055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160020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phase1 prepare-benchmark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5" y="208483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Normalise real-image assets → authoritative manifest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623" y="146304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78623" y="1463040"/>
            <a:ext cx="2240280" cy="54864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3" y="1600200"/>
            <a:ext cx="384048" cy="38404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3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1" y="160020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4FF"/>
                </a:solidFill>
              </a:rPr>
              <a:t>pytest schema/integration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3" y="208483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Validate benchmark integrity &amp; split leakage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8632" y="146304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8632" y="1463040"/>
            <a:ext cx="2240280" cy="54864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20072" y="1600200"/>
            <a:ext cx="384048" cy="38404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1600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59" y="160020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4FF"/>
                </a:solidFill>
              </a:rPr>
              <a:t>phase1 export-yolo-view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208483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Convert manifest → YOLO dataset YAML + xywh labels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0332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70332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84048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840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384048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run-baseline grounding_dino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32511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Zero-shot reference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370332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0" y="370332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384048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840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384048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run-baseline florence2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32511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Compact trainable baseline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370332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3703320"/>
            <a:ext cx="22402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6520" y="3840480"/>
            <a:ext cx="384048" cy="38404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840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2008" y="384048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run-baseline yolo11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32511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Detector baseline (yolo11s / yolo11n fallback)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3703320"/>
            <a:ext cx="2240280" cy="19659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26880" y="3703320"/>
            <a:ext cx="22402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19" y="3840480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19" y="3840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21F"/>
                </a:solidFill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7" y="3840480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phase1 summarize-phase1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4325112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Three-family comparison summary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Constitution Gate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All 5 gates passed at plan and post-design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143000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91440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F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09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Phase 1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6916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YOLO baseline addition only. Synthetic work, Omniverse, and Isaac Sim explicitly deferred.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91440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157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F"/>
                </a:solidFill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24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Hardware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060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yolo11s primary · yolo11n fallback · 640 px image size · mixed precision · small batch → fits RTX 5070 12 GB VRAM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1143000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30168"/>
            <a:ext cx="91440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01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F"/>
                </a:solidFill>
              </a:rP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38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Dataset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5204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Benchmark manifest remains authoritative. test_real_heldout excluded from YOLO training, tuning, and checkpoint selection.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1143000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44568"/>
            <a:ext cx="91440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F"/>
                </a:solidFill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453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4348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Detector-view metadata, stable class-order mapping, and full execution_config recorded per run in machine-readable schema.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1143000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25780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458968"/>
            <a:ext cx="91440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58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F"/>
                </a:solidFill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367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Decision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3492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Execution order enforced: benchmark prep → Grounding DINO → Florence-2 → YOLO11 → failure review → optional stretch.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5897880"/>
            <a:ext cx="283464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59253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121F"/>
                </a:solidFill>
              </a:rPr>
              <a:t>5 / 5  Gates 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All 5 measurable outcomes 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1152144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73152" cy="80467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SC-001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645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Fair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27632"/>
            <a:ext cx="7452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YOLO baseline report references same manifest and split definitions as existing baseline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1152144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96312"/>
            <a:ext cx="73152" cy="80467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79192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877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SC-002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587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69464"/>
            <a:ext cx="7452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100 % of YOLO assets preserve canonical class mapping, source provenance, and split assignment.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38144"/>
            <a:ext cx="1152144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438144"/>
            <a:ext cx="73152" cy="80467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21024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210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295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SC-003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5295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Hardware Feasibility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511296"/>
            <a:ext cx="7452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At least one YOLO variant completes locally or produces a structured blocked report with limiting constraint.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79976"/>
            <a:ext cx="1152144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79976"/>
            <a:ext cx="73152" cy="80467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562856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5628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4714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SC-004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471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Comparison 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453128"/>
            <a:ext cx="7452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YOLO results included in Phase 1 summary with quality metrics, runtime/memory, and representative failure examples.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21808"/>
            <a:ext cx="11521440" cy="80467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321808"/>
            <a:ext cx="73152" cy="80467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504688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046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4132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SC-005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413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Scope Discipline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94960"/>
            <a:ext cx="7452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No current-phase synthetic requirement introduced. Held-out real test split 100 % isolated throughout.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Hardware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8"/>
                </a:solidFill>
              </a:rPr>
              <a:t>Target platform and core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303520" cy="48463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303520" cy="73152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A4FF"/>
                </a:solidFill>
              </a:rPr>
              <a:t>Target Hardware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0370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NVIDIA RTX 5070 — 12 GB VRAM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07208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52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AMD Ryzen 9 9900X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65576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51129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204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32 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23944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6966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78807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Windows Workstation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82312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280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3717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Python 3.11 via uv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440679"/>
            <a:ext cx="1005840" cy="475488"/>
          </a:xfrm>
          <a:prstGeom prst="rect">
            <a:avLst/>
          </a:prstGeom>
          <a:solidFill>
            <a:srgbClr val="5B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48639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Exec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495543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Single-GPU local execution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508760"/>
            <a:ext cx="6080760" cy="48463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1508760"/>
            <a:ext cx="6080760" cy="7315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62763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E"/>
                </a:solidFill>
              </a:rPr>
              <a:t>Core Dependencies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148840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1945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2037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Ultralytics YOLO11, Transformers (Grounding DINO, Florence-2)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807208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852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8620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datasets, pycocotools, pandas, PyYAML, jsonschema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465576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5112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Schemas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5204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Pydantic, JSON Schema contracts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123944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416966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CLI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178807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Typer — phase1 unified entrypoint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782312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828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83717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pytest, schema validation, runner smoke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440679"/>
            <a:ext cx="1371600" cy="47548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48639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F"/>
                </a:solidFill>
              </a:rPr>
              <a:t>Artifacts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495543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JSON manifests, YOLO label files, dataset YAML, run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5394960" cy="49377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39496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✅  What We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YOLO11 added as a third Phase 1 baseline family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export-yolo-view CLI command implemented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execution_config schema extension shipped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Three-family comparison summary ready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All 36 tasks complete, branch merged to main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All 5 constitution gates passed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All 5 success criteria 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5943600" cy="49377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9436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361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43"/>
                </a:solidFill>
              </a:rPr>
              <a:t>⏳  Deferred to Later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29968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Synthetic data generation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Mixed real + synthetic retraining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NVIDIA Omniverse / Isaac Sim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YOLO variants larger than yolo11s</a:t>
            </a:r>
          </a:p>
          <a:p>
            <a:pPr>
              <a:spcAft>
                <a:spcPts val="800"/>
              </a:spcAft>
              <a:defRPr sz="1400">
                <a:solidFill>
                  <a:srgbClr val="CCD6E8"/>
                </a:solidFill>
              </a:defRPr>
            </a:pPr>
            <a:r>
              <a:t>▸  New ingestion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Branch 002-yolo-baseline-validation · Merged to main · Commit 5165d66 · 2026-04-15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